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20556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6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7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4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86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93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4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5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11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48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42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21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07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55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34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4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Fashion-MNIST Classification using ANN and CNN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5580" y="4579068"/>
            <a:ext cx="5762563" cy="136453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Velama Mallikarjuna Rao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 Number: P2910768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Fashion-MNIST dataset was used to develop and evaluate Artificial Neural Network (ANN) and Convolutional Neural Network (CNN) models for image classification.</a:t>
            </a:r>
          </a:p>
          <a:p>
            <a:pPr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Compare the performance of convolution-based and fully connected architectures in recognizing fashion items across ten categories.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Fashion-MNIST dataset: 60,000 training images, 10,000 test images (28x28 grayscale)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Split: 80% training, 20% validation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Normalized to range (-1, 1)</a:t>
            </a:r>
          </a:p>
          <a:p>
            <a:pPr>
              <a:defRPr sz="2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atch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size: 64, implemented in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CUDA acceleration when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579" y="462118"/>
            <a:ext cx="6372396" cy="683341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07458"/>
            <a:ext cx="6952499" cy="3490452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ANN:</a:t>
            </a:r>
          </a:p>
          <a:p>
            <a:pPr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Layers: 784–256–128–10</a:t>
            </a:r>
          </a:p>
          <a:p>
            <a:pPr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Activation: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Dropout: 0.3</a:t>
            </a:r>
          </a:p>
          <a:p>
            <a:pPr marL="0" indent="0">
              <a:buNone/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CNN:</a:t>
            </a:r>
          </a:p>
          <a:p>
            <a:pPr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convolutional layers (32 and 64 filters) with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 pooling + dense layers</a:t>
            </a:r>
          </a:p>
          <a:p>
            <a:pPr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Dropout: 0.5</a:t>
            </a:r>
          </a:p>
          <a:p>
            <a:pPr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used Adam optimizer (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=0.001) and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Validation Accuracy: 91.79%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Test Accuracy: 90.79%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 Validation Accuracy: 88.18%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 Test Accuracy: 86.98%</a:t>
            </a:r>
          </a:p>
          <a:p>
            <a:pPr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outperformed ANN due to better spatial feature extraction.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mainly between similar categories: pullover, coat, shirt.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overfitting observed with smooth learning curves.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Innovations and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Adam optimizer for adaptive learning rate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Dropout regularization (0.3 in ANN, 0.5 in CNN)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enhancements: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Add more convolutional layers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Implement learning rate scheduling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Apply data augmentation for better generalization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64774"/>
            <a:ext cx="7704667" cy="3935042"/>
          </a:xfrm>
        </p:spPr>
        <p:txBody>
          <a:bodyPr/>
          <a:lstStyle/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models outperform traditional ANN in image classification tasks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effectively captures spatial hierarchies in image data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Gained practical experience with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model design, and evaluation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Demonstrated the benefits of convolutional architectures for visual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BC93-1CB4-9876-FBE9-0101BD334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779639"/>
            <a:ext cx="7704667" cy="241136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0217694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21</TotalTime>
  <Words>315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Corbel</vt:lpstr>
      <vt:lpstr>Times New Roman</vt:lpstr>
      <vt:lpstr>Parallax</vt:lpstr>
      <vt:lpstr>Fashion-MNIST Classification using ANN and CNN</vt:lpstr>
      <vt:lpstr>Problem Statement</vt:lpstr>
      <vt:lpstr>Dataset and Preprocessing</vt:lpstr>
      <vt:lpstr>Model Architectures</vt:lpstr>
      <vt:lpstr>Results and Analysis</vt:lpstr>
      <vt:lpstr>Innovations and Improvements</vt:lpstr>
      <vt:lpstr>Conclusion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V.M Arjun</dc:creator>
  <cp:keywords/>
  <dc:description>generated using python-pptx</dc:description>
  <cp:lastModifiedBy>V.M Arjun</cp:lastModifiedBy>
  <cp:revision>2</cp:revision>
  <dcterms:created xsi:type="dcterms:W3CDTF">2013-01-27T09:14:16Z</dcterms:created>
  <dcterms:modified xsi:type="dcterms:W3CDTF">2025-11-05T12:44:41Z</dcterms:modified>
  <cp:category/>
</cp:coreProperties>
</file>